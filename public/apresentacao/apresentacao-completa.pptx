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Fala de Lara: problema e quem sofre com ele.  — O problema (Lara, cerca de 30 segundos)</a:t>
            </a:r>
          </a:p>
          <a:p/>
          <a:p>
            <a:r>
              <a:t>“Oi, gente! Nós somos Lara e Sophia e nosso site se chama ‘Bloqueia Golpe’. Muitas mensagens tentam assustar as pessoas com uma cobrança urgente ou um problema que precisa ser resolvido na hora. Isso pode confundir principalmente os mais velhos. Nosso site é uma ajuda para parar, conferir os sinais e pensar antes de clicar.”</a:t>
            </a:r>
          </a:p>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Fala de Sophia: motivo real relatado pela dupla.  — Por que escolhemos (Sophia, cerca de 25 segundos)</a:t>
            </a:r>
          </a:p>
          <a:p/>
          <a:p>
            <a:r>
              <a:t>“Escolhemos esse desafio porque pensamos nos mais velhos, que podem cair nesses golpes com facilidade. Com a ajuda da OMNI, tivemos a ideia de criar um site para ajudar essas pessoas a reconhecer mensagens suspeitas. A frase que escolhemos é: ‘Mais calma para conferir. Mais cuidado antes de clicar.’”</a:t>
            </a:r>
          </a:p>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Demonstração ao vivo com exemplo inventado.  — Demonstração e ferramentas (as duas, cerca de 1min20)</a:t>
            </a:r>
          </a:p>
          <a:p/>
          <a:p>
            <a:r>
              <a:t>Lara, com o site já aberto e logado:</a:t>
            </a:r>
          </a:p>
          <a:p>
            <a:r>
              <a:t>“Agora vamos mostrar com uma mensagem inventada. Ela diz que uma encomenda ficou retida e pede pagamento e dados pessoais em duas horas.”</a:t>
            </a:r>
          </a:p>
          <a:p/>
          <a:p>
            <a:r>
              <a:t>Cole o exemplo abaixo e clique em Analisar mensagem:</a:t>
            </a:r>
          </a:p>
          <a:p/>
          <a:p>
            <a:r>
              <a:t>AVISO URGENTE: sua encomenda está retida! Pague uma taxa de R$ 4,80 nas próximas 2 horas para evitar a devolução. Informe seu CPF e os dados do cartão pelo link desta mensagem.</a:t>
            </a:r>
          </a:p>
          <a:p/>
          <a:p>
            <a:r>
              <a:t>Enquanto a resposta carrega, Sophia:</a:t>
            </a:r>
          </a:p>
          <a:p>
            <a:r>
              <a:t>“O Codex ajudou a escrever o código. O GitHub guarda as versões, e a Vercel coloca o site no ar. O Supabase cuida do login e do histórico, e a OpenRouter dá acesso à inteligência artificial.”</a:t>
            </a:r>
          </a:p>
          <a:p/>
          <a:p>
            <a:r>
              <a:t>Quando aparecer a resposta, Lara:</a:t>
            </a:r>
          </a:p>
          <a:p>
            <a:r>
              <a:t>“A resposta traz um veredito, explica os sinais encontrados e orienta o que fazer. A IA pode errar; ela ajuda a conferir, mas não garante que uma mensagem é segura.”</a:t>
            </a:r>
          </a:p>
          <a:p/>
          <a:p>
            <a:r>
              <a:t>Sophia, abrindo Meu histórico:</a:t>
            </a:r>
          </a:p>
          <a:p>
            <a:r>
              <a:t>“A análise também fica salva no histórico da conta. Testamos duas contas e cada uma viu apenas as próprias análises.”</a:t>
            </a:r>
          </a:p>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Problemas reais e aprendizado da paciência.  — O que deu errado e o que aprendemos (cerca de 1 minuto)</a:t>
            </a:r>
          </a:p>
          <a:p/>
          <a:p>
            <a:r>
              <a:t>Lara:</a:t>
            </a:r>
          </a:p>
          <a:p>
            <a:r>
              <a:t>“A maior dificuldade foi o começo: não fazíamos ideia de por onde começar. Também tivemos problemas para configurar a conexão com o Supabase. Conferimos os nomes e valores das variáveis na Vercel e conseguimos resolver.”</a:t>
            </a:r>
          </a:p>
          <a:p/>
          <a:p>
            <a:r>
              <a:t>Sophia:</a:t>
            </a:r>
          </a:p>
          <a:p>
            <a:r>
              <a:t>“Em outro momento, o projeto da Vercel foi apagado sem querer. Mas o código continuava no GitHub. Importamos o projeto novamente e o site voltou ao ar.”</a:t>
            </a:r>
          </a:p>
          <a:p/>
          <a:p>
            <a:r>
              <a:t>Lara:</a:t>
            </a:r>
          </a:p>
          <a:p>
            <a:r>
              <a:t>“Eu aprendi a ter paciência para começar e resolver uma etapa de cada vez.”</a:t>
            </a:r>
          </a:p>
          <a:p/>
          <a:p>
            <a:r>
              <a:t>Sophia:</a:t>
            </a:r>
          </a:p>
          <a:p>
            <a:r>
              <a:t>“Eu aprendi a ter paciência para olhar o site, conferir o resultado e continuar ajustando.”</a:t>
            </a:r>
          </a:p>
          <a:p/>
          <a:p>
            <a:r>
              <a:t>As duas:</a:t>
            </a:r>
          </a:p>
          <a:p>
            <a:r>
              <a:t>“Com a OMNI e as apostilas, conseguimos construir nosso site. Obrigada!”</a:t>
            </a:r>
          </a:p>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vo-slide-0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vo-slide-02.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vo-slide-03.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vo-slide-04.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Bloqueia Golpe — Lara e Sophia</dc:title>
  <dc:subject/>
  <dc:creator>Lara e Sophia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